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Elite Metric Regroup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Tasker supply quality tiers — a methodology walkthrough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recreation</a:t>
            </a:r>
            <a:pPr algn="l" indent="0" marL="0">
              <a:buNone/>
            </a:pPr>
            <a:r>
              <a:rPr lang="en-US" sz="1200" dirty="0">
                <a:solidFill>
                  <a:srgbClr val="9FB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 proprietary data  ·  shapes &amp; findings reproduced for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a metric for "good"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1330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29844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Taskers perform well…</a:t>
            </a:r>
            <a:endParaRPr lang="en-US" sz="19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raw performance.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1330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25856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…at our business objectives…</a:t>
            </a:r>
            <a:endParaRPr lang="en-US" sz="19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volume, revenue volume, and close rate.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66928" cy="566928"/>
          </a:xfrm>
          <a:prstGeom prst="ellipse">
            <a:avLst/>
          </a:prstGeom>
          <a:solidFill>
            <a:srgbClr val="1330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21868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…relative to their peers?</a:t>
            </a:r>
            <a:endParaRPr lang="en-US" sz="19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other Taskers in the same metro-category (metcat).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analysis becomes a Tasker within a metcat — every metric is computed relative to local peers.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Plotting &amp; comparing each Tasker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12_co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rolling cumulative % of metcat invoices (top contributors at left) · y = close rate · hue = rolling % of revenue.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does each Tasker compare to their metcat?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13_annotated_good_coh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Top-left: high volume AND high close rate relative to peers — our intuitive 'good' Taskers.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we group like Taskers…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14_annotated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suggests natural groupings along the volume axis — but where exactly are the cut points?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…then partition them into tiers?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15_annotated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Eyeballing tiers is fast, but it's biased and not reproducible. Can we do better?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ways to partition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 inspection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“eyeball it”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</a:t>
            </a:r>
            <a:pPr indent="0" marL="0">
              <a:buNone/>
            </a:pPr>
            <a:r>
              <a:rPr lang="en-US" sz="13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do once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</a:t>
            </a:r>
            <a:pPr indent="0" marL="0">
              <a:buNone/>
            </a:pPr>
            <a:r>
              <a:rPr lang="en-US" sz="13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iterable; human bias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4EE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Unsupervised learning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2920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</a:t>
            </a:r>
            <a:pPr indent="0" marL="0">
              <a:buNone/>
            </a:pPr>
            <a:r>
              <a:rPr lang="en-US" sz="13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discovery of hidden patterns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0" y="3081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</a:t>
            </a:r>
            <a:pPr indent="0" marL="0">
              <a:buNone/>
            </a:pPr>
            <a:r>
              <a:rPr lang="en-US" sz="13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dependent on a few inputs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quick pass at k-means doesn't seem helpful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17_annotated_naive_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on {close rate, rolling invoices, rolling revenue} just re-discovers the volume axis → vertical stripes.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…and adding clusters doesn't fix 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137160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endParaRPr lang="en-US" sz="1300" dirty="0"/>
          </a:p>
        </p:txBody>
      </p:sp>
      <p:pic>
        <p:nvPicPr>
          <p:cNvPr id="4" name="Image 0" descr="/Users/connorkenehan/github/gatheringdata-blog/analysis/taskrabbit-elite-criteria/figures/fig_17_naive_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691640"/>
            <a:ext cx="2706624" cy="1515709"/>
          </a:xfrm>
          <a:prstGeom prst="rect">
            <a:avLst/>
          </a:prstGeom>
          <a:effectLst>
            <a:outerShdw sx="100000" sy="100000" kx="0" ky="0" algn="bl" rotWithShape="0" blurRad="63500" dist="12700" dir="5400000">
              <a:srgbClr val="000000">
                <a:alpha val="14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0" y="137160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300" dirty="0"/>
          </a:p>
        </p:txBody>
      </p:sp>
      <p:pic>
        <p:nvPicPr>
          <p:cNvPr id="6" name="Image 1" descr="/Users/connorkenehan/github/gatheringdata-blog/analysis/taskrabbit-elite-criteria/figures/fig_18_naive_k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91640"/>
            <a:ext cx="2706624" cy="1515709"/>
          </a:xfrm>
          <a:prstGeom prst="rect">
            <a:avLst/>
          </a:prstGeom>
          <a:effectLst>
            <a:outerShdw sx="100000" sy="100000" kx="0" ky="0" algn="bl" rotWithShape="0" blurRad="63500" dist="12700" dir="5400000">
              <a:srgbClr val="000000">
                <a:alpha val="14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016752" y="137160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</a:t>
            </a:r>
            <a:endParaRPr lang="en-US" sz="1300" dirty="0"/>
          </a:p>
        </p:txBody>
      </p:sp>
      <p:pic>
        <p:nvPicPr>
          <p:cNvPr id="8" name="Image 2" descr="/Users/connorkenehan/github/gatheringdata-blog/analysis/taskrabbit-elite-criteria/figures/fig_19_naive_k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91640"/>
            <a:ext cx="2706624" cy="1515709"/>
          </a:xfrm>
          <a:prstGeom prst="rect">
            <a:avLst/>
          </a:prstGeom>
          <a:effectLst>
            <a:outerShdw sx="100000" sy="100000" kx="0" ky="0" algn="bl" rotWithShape="0" blurRad="63500" dist="12700" dir="5400000">
              <a:srgbClr val="000000">
                <a:alpha val="14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40080" y="3527389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k we pick, the clusters stratify on volume alone and the 'good' cohort stays too large to base an Elite program on.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fix: add a behavioral floor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24688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Tasker-fault cancellations</a:t>
            </a:r>
            <a:pPr algn="l" indent="0" marL="0">
              <a:buNone/>
            </a:pPr>
            <a:r>
              <a:rPr lang="en-US" sz="16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an axis that is genuinely independent of volume. Feeding the clustering one orthogonal feature — instead of three collinear volume features — is what turns a useless partition into a defensible tiering.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Adding tasker-fault cancels improves the results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25_annotated_elite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 = cancel rate. Elite candidates = high volume (low rolling rank) AND a low cancel floor.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was worth doing: Volume × Reliability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27_annotated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now resolves into four interpretable cohorts — three volume bands at low cancel, plus a high-cancel 'needs support' group.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happens at a high cluster count?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28_annotated_k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k to 15 and the best-of-the-best cohort progressively shrinks — 'how elite' is a choice of k.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Cohorts hold up across feature pairs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29_annotated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829" y="1024128"/>
            <a:ext cx="5682343" cy="3182112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invoices vs rolling revenue: the same cohorts tile cleanly along the diagonal.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Resulting US Tasker quality tiers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246888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188720"/>
                <a:gridCol w="1371600"/>
                <a:gridCol w="118872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F8E9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F8E9"/>
                          </a:solidFill>
                        </a:rPr>
                        <a:t>Taskers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F8E9"/>
                          </a:solidFill>
                        </a:rPr>
                        <a:t>% supply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F8E9"/>
                          </a:solidFill>
                        </a:rPr>
                        <a:t>Monthly revenue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F8E9"/>
                          </a:solidFill>
                        </a:rPr>
                        <a:t>Monthly invoices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F8E9"/>
                          </a:solidFill>
                        </a:rPr>
                        <a:t>Cancel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Cohort 1 — Elite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1,400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2.4%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$580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12.9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2.6%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Cohort 1 —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6,069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10.4%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$416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9.4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3.1%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Cohort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12,533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21.4%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$141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3.5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4.1%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Cohort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35,916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61.3%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$22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2.0%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Cohort 4 — needs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4,053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6.9%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$11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0.3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2"/>
                          </a:solidFill>
                        </a:rPr>
                        <a:t>80.3%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deck's tiering: </a:t>
            </a:r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split ≈ 10 / 21 / 61 / 7%</a:t>
            </a:r>
            <a:pPr algn="l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(deck 11 / 23 / 58 / 8) and Elite ≈ 13 invoices / $580 (deck 12 / $530).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Did we pick the right model?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9808" y="25146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has no ground-truth accuracy, so we pressure-tested the choice with the conventional toolkit: internal validity, resample stability, and business recovery — across eight unsupervised methods.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k is statistically "correct" — so k=4 is a business call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model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8138160" cy="3107354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0463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is smooth, silhouette flat, GMM BIC never bottoms: the supply is a continuum. k=4 is chosen for legibility; the question is which method renders it best.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Accuracy vs interpretability across eight methods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accuracy_interpre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024128"/>
            <a:ext cx="4800600" cy="3200400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the sweet spot — top validity + stability AND interpretable. HDBSCAN only looks clean because it drops ~70% of Taskers as noise; fuzzy c-means ≈ k-means but flags boundary cases.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happened after rollout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9808" y="25146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result: 1.5× as many Taskers met the Elite cancellation bar as before — broad downward pressure on tasker-fault cancellation. Each avoided cancellation is a booking that now completes: +1 invoice at $135.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Projected annual impact of the cancellation floor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impact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8455" y="1024128"/>
            <a:ext cx="5527091" cy="3200400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case: ~+$2.9M/yr and ~+21k invoices (a ~1.4% lift), plausible range $1.8M–$4.1M. Direct recovered-invoice channel only — reliability-driven retention upside is unmodeled.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E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 is a range, not a point</a:t>
            </a:r>
            <a:endParaRPr lang="en-US" sz="2400" dirty="0"/>
          </a:p>
        </p:txBody>
      </p:sp>
      <p:pic>
        <p:nvPicPr>
          <p:cNvPr id="3" name="Image 0" descr="/Users/connorkenehan/github/gatheringdata-blog/analysis/taskrabbit-elite-criteria/figures/fig_impact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1024128"/>
            <a:ext cx="4608576" cy="3200400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 a function of the two uncertain levers — cancellation reduction and the completion factor. The honest deliverable is the grid, with the central cell highlighted.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not real Taskrabbit data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326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8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shows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7589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B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'good' as performance relative to local peers (metcat), not absolute counts.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B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k-means on collinear volume features just re-finds volume — too coarse to act on.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B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orthogonal behavioral feature (tasker-fault cancels) unlocks a Volume × Reliability tiering.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B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Pressure-tested it: k-means is the most valid + stable of eight methods, and stays interpretable.</a:t>
            </a:r>
            <a:endParaRPr lang="en-US" sz="14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BF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Post-rollout: 1.5× more Taskers held the cancellation bar → ~+$2.9M/yr, ~+21k invoices (central).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46451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recreated on fully synthetic data — no Taskrabbit data used.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Metric Regroup — Methodology</dc:title>
  <dc:subject>PptxGenJS Presentation</dc:subject>
  <dc:creator>Connor Kenehan</dc:creator>
  <cp:lastModifiedBy>Connor Kenehan</cp:lastModifiedBy>
  <cp:revision>1</cp:revision>
  <dcterms:created xsi:type="dcterms:W3CDTF">2026-07-03T20:28:38Z</dcterms:created>
  <dcterms:modified xsi:type="dcterms:W3CDTF">2026-07-03T20:28:38Z</dcterms:modified>
</cp:coreProperties>
</file>